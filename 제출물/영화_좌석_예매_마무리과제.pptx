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efd264dce45b8" /><Relationship Type="http://schemas.openxmlformats.org/officeDocument/2006/relationships/extended-properties" Target="/docProps/app.xml" Id="Ra818887fcfc749c7" /><Relationship Type="http://schemas.openxmlformats.org/officeDocument/2006/relationships/officeDocument" Target="/ppt/presentation.xml" Id="Rd2e68f2a146940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7eaa1517f3468b"/>
  </p:sldMasterIdLst>
  <p:notesMasterIdLst>
    <p:notesMasterId xmlns:r="http://schemas.openxmlformats.org/officeDocument/2006/relationships" r:id="R826d8f0eb3c34f6d"/>
  </p:notesMasterIdLst>
  <p:sldIdLst>
    <p:sldId xmlns:r="http://schemas.openxmlformats.org/officeDocument/2006/relationships" id="256" r:id="R0325e459a3b44416"/>
    <p:sldId xmlns:r="http://schemas.openxmlformats.org/officeDocument/2006/relationships" id="257" r:id="R3362c0e1c354485b"/>
    <p:sldId xmlns:r="http://schemas.openxmlformats.org/officeDocument/2006/relationships" id="258" r:id="R61d6e0de1976444c"/>
    <p:sldId xmlns:r="http://schemas.openxmlformats.org/officeDocument/2006/relationships" id="259" r:id="R410d751e55a54097"/>
    <p:sldId xmlns:r="http://schemas.openxmlformats.org/officeDocument/2006/relationships" id="260" r:id="R342cb28d7b8e47da"/>
    <p:sldId xmlns:r="http://schemas.openxmlformats.org/officeDocument/2006/relationships" id="261" r:id="Rb69589b6d2df40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1f8ead2971420e" /><Relationship Type="http://schemas.openxmlformats.org/officeDocument/2006/relationships/slideMaster" Target="/ppt/slideMasters/slideMaster1.xml" Id="R4a7eaa1517f3468b" /><Relationship Type="http://schemas.openxmlformats.org/officeDocument/2006/relationships/notesMaster" Target="/ppt/notesMasters/notesMaster1.xml" Id="R826d8f0eb3c34f6d" /><Relationship Type="http://schemas.openxmlformats.org/officeDocument/2006/relationships/presProps" Target="/ppt/presProps.xml" Id="R29678cf006be4288" /><Relationship Type="http://schemas.openxmlformats.org/officeDocument/2006/relationships/tableStyles" Target="/ppt/tableStyles.xml" Id="Rb85e1d6caab84409" /><Relationship Type="http://schemas.openxmlformats.org/officeDocument/2006/relationships/slide" Target="/ppt/slides/slide1.xml" Id="R0325e459a3b44416" /><Relationship Type="http://schemas.openxmlformats.org/officeDocument/2006/relationships/slide" Target="/ppt/slides/slide2.xml" Id="R3362c0e1c354485b" /><Relationship Type="http://schemas.openxmlformats.org/officeDocument/2006/relationships/slide" Target="/ppt/slides/slide3.xml" Id="R61d6e0de1976444c" /><Relationship Type="http://schemas.openxmlformats.org/officeDocument/2006/relationships/slide" Target="/ppt/slides/slide4.xml" Id="R410d751e55a54097" /><Relationship Type="http://schemas.openxmlformats.org/officeDocument/2006/relationships/slide" Target="/ppt/slides/slide5.xml" Id="R342cb28d7b8e47da" /><Relationship Type="http://schemas.openxmlformats.org/officeDocument/2006/relationships/slide" Target="/ppt/slides/slide6.xml" Id="Rb69589b6d2df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51d18c9b74f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8b0ec45f854f01" /><Relationship Type="http://schemas.openxmlformats.org/officeDocument/2006/relationships/notesMaster" Target="/ppt/notesMasters/notesMaster1.xml" Id="R9eb3830ea39840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b042e0a24649df" /><Relationship Type="http://schemas.openxmlformats.org/officeDocument/2006/relationships/notesMaster" Target="/ppt/notesMasters/notesMaster1.xml" Id="R893857ba8d5140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5e06ec87f4d20" /><Relationship Type="http://schemas.openxmlformats.org/officeDocument/2006/relationships/notesMaster" Target="/ppt/notesMasters/notesMaster1.xml" Id="Rf5b3c1ca7aae46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bb578c649949ab" /><Relationship Type="http://schemas.openxmlformats.org/officeDocument/2006/relationships/notesMaster" Target="/ppt/notesMasters/notesMaster1.xml" Id="R7534fce8da4941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9053a5bf144b7" /><Relationship Type="http://schemas.openxmlformats.org/officeDocument/2006/relationships/notesMaster" Target="/ppt/notesMasters/notesMaster1.xml" Id="R56f0ae190d6a40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9a7c793134574" /><Relationship Type="http://schemas.openxmlformats.org/officeDocument/2006/relationships/notesMaster" Target="/ppt/notesMasters/notesMaster1.xml" Id="R5686c46224d242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MTB.py, data/*.csv, git log. Git 작성자 표시는 커밋 작성자를 보여 주며 실제 팀 역할이나 공동 작업을 완전히 입증하지는 않습니다. 함수별 담당자는 팀 확인이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클래스명과 메서드 표기는 현재 소스의 실제 표기(소문자 cancel_reservation 포함)를 따랐습니다. ReservationApp.cancel_reservation()은 선언되어 있으나 실제 메뉴 취소 경로에서는 호출되지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메뉴 흐름은 MTB.py의 run()과 cancel_reservation.cancel()을 따라 작성했습니다. run()은 while 대신 재귀 호출로 재예매합니다. 선택 메뉴가 3이면 SystemExit가 발생해 함수 끝의 to_csv() 저장 코드에 도달하지 않습니다. 그 외 메뉴 번호는 별도 검증 없이 run() 끝으로 이동합니다.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choose_seats()는 입력을 대문자로 바꾸고 행·열을 분리합니다. 좌석이 범위 밖이거나 빈 좌석이 아니거나 이미 목록에 있으면 안내 후 재입력합니다. 선택 시 DataFrame을 ■로 바꿉니다. get_seat_price()는 VIP 좌석이 하나라도 있으면 단가 전체를 15,000원으로 설정합니다.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cancel_reservation.cancel()은 for문으로 저장된 좌석을 □로 바꾼 뒤 메시지와 좌석표를 출력합니다. 이후 1이면 새 ReservationApp 인스턴스로 예매를 시작하고 2이면 SystemExit로 종료합니다. 다른 입력에 대한 검증은 없습니다. 기존 ReservationApp.cancel_reservation() 메서드는 이 메뉴에서 사용되지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회고 문구는 기존 플로우차트, 현재 MTB.py, Git 변경 기록에서 확인 가능한 차이를 반영한 초안입니다. 팀원의 실제 경험, 최초 구상, 세부 역할 분담은 저장소에서 확인할 수 없으므로 발표 전에 사실에 맞게 수정해야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68f3ee9ca40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e8432c01b4c6e" /><Relationship Type="http://schemas.openxmlformats.org/officeDocument/2006/relationships/slideLayout" Target="/ppt/slideLayouts/slideLayout1.xml" Id="R006b1b33710d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6b1b33710d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9466c5a3b44d8" /><Relationship Type="http://schemas.openxmlformats.org/officeDocument/2006/relationships/notesSlide" Target="/ppt/notesSlides/notesSlide1.xml" Id="R4671594ce7114d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998d39e6f414d" /><Relationship Type="http://schemas.openxmlformats.org/officeDocument/2006/relationships/notesSlide" Target="/ppt/notesSlides/notesSlide2.xml" Id="R1e19f1c8049a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a173aa6e4fc6" /><Relationship Type="http://schemas.openxmlformats.org/officeDocument/2006/relationships/notesSlide" Target="/ppt/notesSlides/notesSlide3.xml" Id="R1d7d2e4d70a2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d0ff129c4ecf" /><Relationship Type="http://schemas.openxmlformats.org/officeDocument/2006/relationships/notesSlide" Target="/ppt/notesSlides/notesSlide4.xml" Id="R5fcbd9cd49fe48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9f3bd55b417b" /><Relationship Type="http://schemas.openxmlformats.org/officeDocument/2006/relationships/notesSlide" Target="/ppt/notesSlides/notesSlide5.xml" Id="Rbf07765eaaa24a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356701b2148dd" /><Relationship Type="http://schemas.openxmlformats.org/officeDocument/2006/relationships/notesSlide" Target="/ppt/notesSlides/notesSlide6.xml" Id="Rec96f134bacb48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DFB2E9-CA76-4878-A208-4875CCA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① 기획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F0CC1-23BD-4153-86DD-ED1CF2FD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프로그램 개요와 저장소 기록에서 확인한 기여 구역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CC283-BA60-481E-974A-0592B143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FE185-B2FD-4D4F-8325-32D25217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59A99-91E2-4CD1-8F81-A7667E5C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74C54-E01D-4939-8640-FFD12E5E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영화 좌석 예매 프로그램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29B92-FC96-453F-858A-F493FF4E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data 폴더의 좌석 CSV를 읽어 영화와 상영관을 고르고 빈 좌석을 예매합니다. 좌석 선택에 따라 금액을 계산하고 최근 예약을 취소할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C0632-C565-4273-B999-42FBD7D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주요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D35D3-2D70-4C72-A0CE-AA477BC7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499C0-DE88-4BCE-A340-D970F33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CSV 파일명으로 영화·상영관 목록 만들기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2F1D6-71B2-4F18-8F99-330BADCF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3CA6A-B139-4875-8DC6-FB3033B0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인원수와 좌석 번호 형식·범위·예약 상태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ABF91-E9EA-4637-9AD0-3FD9A09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E9569-A209-4AD4-AC73-2F472313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좌석을 선택해 총액 계산 후 예약 정보 보관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D59A6-BDD0-45B9-866A-F3FCFE34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67F1D-5318-43F0-9868-831B0144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가장 최근 선택 좌석을 취소하고 빈 좌석으로 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ECF8A-2938-41CC-86C0-392E043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역할 분담 · Git 작성 기록 기준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210300" y="1628775"/>
          <a:ext xmlns:a="http://schemas.openxmlformats.org/drawingml/2006/main" cx="539115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7050"/>
                <a:gridCol w="1797050"/>
                <a:gridCol w="1797050"/>
              </a:tblGrid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저장소에서 확인한 작업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담당 구역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</a:tr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이성용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MTB.py 예약 기능·좌석 데이터 변경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ReservationApp와 보조 함수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(함수별 공동 분담 기록 없음)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</a:tr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rst81792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플로우차트 PPTX 작성·수정, PDF 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순서도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Haeri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example.txt 초기 파일 변경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클래스·함수 담당 기록 없음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B0EAA-0D18-421C-8A40-57F8E3A4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9112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※ Git 작성자 정보로 역할을 묶었습니다. 실제 팀 내 역할이나 메서드별 분담이 다르면 발표 전 이름과 구역을 수정하세요.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109E1-C86D-4627-ACC5-567E390F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5105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가격 규칙: 기본 10,000원/석. VIP 좌석(C3–C6, D3–D6)이 하나라도 포함되면 선택 좌석 전체에 15,000원/석을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764554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B1D55C-AC08-4AB0-8704-E31107EF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② 클래스 설계표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69B26-BB61-44D3-B864-76DB2981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현재 MTB.py에 구현된 클래스와 관계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AE8A3-592B-4C72-BCC9-F9C68A6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503DB-F713-415F-AA67-BE705F0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69014-9587-446F-B5BF-146352D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323975"/>
          <a:ext xmlns:a="http://schemas.openxmlformats.org/drawingml/2006/main" cx="110871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71775"/>
                <a:gridCol w="2771775"/>
                <a:gridCol w="2771775"/>
                <a:gridCol w="2771775"/>
              </a:tblGrid>
              <a:tr h="1327150"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 이름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속성 (변수)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 (기능)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상속 / 관계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</a:tr>
              <a:tr h="1327150"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data_dir: CSV 폴더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movies_by_theater: 상영관별 영화 목록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reservation_data: 현재 예약 정보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load_movies(), choose_movie(), choose_theater(), load_seats(), choose_people_count(), choose_seats(), get_seat_price(), cancel_reservation(), run()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예매 흐름의 중심 클래스. 좌석 CSV를 pandas DataFrame으로 읽고 예약 정보를 저장합니다. run()에서 취소 객체를 생성합니다.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</a:tr>
              <a:tr h="1327150"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cancel_reservation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reservation_data: 취소할 예약 딕셔너리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cancel()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ReservationApp을 상속합니다. selected_seats를 순회해 좌석을 □로 되돌립니다. 실제 취소 경로는 이 클래스의 cancel()입니다.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2C553-D13A-4119-8B15-5FDF7463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모듈 함수: clear_console(), print_options(), get_number_choice(), print_movie_pamphlet().  ReservationApp.cancel_reservation()도 정의돼 있지만 run()의 취소 분기에서는 cancel_reservation.cancel()을 호출합니다.</a:t>
            </a:r>
          </a:p>
        </p:txBody>
      </p:sp>
    </p:spTree>
    <p:extLst>
      <p:ext uri="{BB962C8B-B14F-4D97-AF65-F5344CB8AC3E}">
        <p14:creationId xmlns:p14="http://schemas.microsoft.com/office/powerpoint/2010/main" val="876853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CCE9F-AC97-47FE-80A4-780A6463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③ 전체 실행 순서도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C2BE0-1BF1-40DD-939A-7DCC05D7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시작부터 종료까지 · 번호 입력 검증과 좌석 선택 세부는 다음 순서도 참고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F3E9E-F9D0-4510-820D-D0CB1A77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07DBF-71B9-4C86-8BE7-D1B7AAE6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7C0C5-8303-47BE-A414-010ECA2B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4A5C4-78CD-4B49-9127-6BBF7ECE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847725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534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1F2B2-3703-4B4A-8DE2-962B029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47725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BA52F-3013-4931-A8B0-230A9DB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847725"/>
            <a:ext cx="809625" cy="266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2564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BE940-8D07-4613-BBF0-3778A4FF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847725"/>
            <a:ext cx="10668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76122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입출력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3CBB1-8057-4721-BD7D-8772D282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33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7D5F4-F46F-4621-BF51-EE1A9E93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343025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CSV 파일명 읽기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상영관별 영화 목록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4F053-4C17-4281-AF97-DE2021EA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266825"/>
            <a:ext cx="1504950" cy="819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7110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영화 목록이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CD6E0-8F30-4EAB-98EE-5E72804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43025"/>
            <a:ext cx="1952625" cy="666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612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영화·상영관 선택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번호 오류면 재입력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4E2EB-A341-428C-9244-685F181E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34302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 CSV 불러오기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인원수 입력·범위 확인</a:t>
            </a:r>
          </a:p>
        </p:txBody>
      </p:sp>
      <p:cxnSp>
        <p:nvCxnSpPr>
          <p:cNvPr id="7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866900" y="1676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62425" y="16764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2" idx="3"/>
            <a:endCxn xmlns:a="http://schemas.openxmlformats.org/drawingml/2006/main" id="13" idx="5"/>
          </p:cNvCxnSpPr>
          <p:nvPr/>
        </p:nvCxnSpPr>
        <p:spPr>
          <a:xfrm xmlns:a="http://schemas.openxmlformats.org/drawingml/2006/main">
            <a:off x="6010275" y="1676400"/>
            <a:ext cx="45481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18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9C80E712-E344-4F78-B88B-4751B7E9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409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78" name=""/>
          <p:cNvCxnSpPr>
            <a:stCxn xmlns:a="http://schemas.openxmlformats.org/drawingml/2006/main" id="13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51031" y="1676400"/>
            <a:ext cx="44529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3E4B9-6607-4213-A83F-302FF4EE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1276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종료</a:t>
            </a:r>
          </a:p>
        </p:txBody>
      </p:sp>
      <p:cxnSp>
        <p:nvCxnSpPr>
          <p:cNvPr id="80" name=""/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257800" y="20859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2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53A1E9DB-8DEC-4DB5-B9AC-E4CD9118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95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951A2-F7EA-4842-8C2A-BF5A93C2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552700" cy="6572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좌석표 표시·좌석 선택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오류는 안내 후 다시 입력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06CA3-DA9F-4730-8189-19603975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25431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선택 좌석을 ■로 표시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인원수만큼 반복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3B8B5-CDDE-4C87-93E3-C84914B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05125"/>
            <a:ext cx="2609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금액 계산·예약 정보 보관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완료 메시지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FF4A8-B933-4877-AD46-D93948F6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2076450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577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후속 메뉴 입력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1 예매 · 2 취소 · 3 종료</a:t>
            </a:r>
          </a:p>
        </p:txBody>
      </p:sp>
      <p:cxnSp>
        <p:nvCxnSpPr>
          <p:cNvPr id="86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29825" y="2009775"/>
            <a:ext cx="5715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23" idx="5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8448675" y="3233738"/>
            <a:ext cx="44410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5524500" y="32337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25" idx="1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H="1">
            <a:off x="2528888" y="3233738"/>
            <a:ext cx="385763" cy="966788"/>
          </a:xfrm>
          <a:prstGeom xmlns:a="http://schemas.openxmlformats.org/drawingml/2006/main" prst="bentConnector3">
            <a:avLst>
              <a:gd name="adj1" fmla="val 39506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3B91A-DEEC-4C96-98E3-922D7C6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167640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메뉴 번호</a:t>
            </a:r>
          </a:p>
        </p:txBody>
      </p:sp>
      <p:cxnSp>
        <p:nvCxnSpPr>
          <p:cNvPr id="91" name=""/>
          <p:cNvCxnSpPr>
            <a:stCxn xmlns:a="http://schemas.openxmlformats.org/drawingml/2006/main" id="26" idx="2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528888" y="4200525"/>
            <a:ext cx="452438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7EDE48-103D-4BA5-BBC3-85FF066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5240">
            <a:solidFill>
              <a:srgbClr val="337A6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1: self.run()</a:t>
            </a:r>
          </a:p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영화 선택부터 다시 예매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46546-B64F-4103-8A25-268C7EFB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2: 취소 처리 후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취소 메뉴로 이동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4522BD-FE5C-4A6B-98AF-BE2D61B9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335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3: SystemExit로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프로그램 종료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AF7CE5-DACC-4F8D-A448-18D5916A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762250" y="4200525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614160-BCE4-4262-9DDB-55B7A56B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62250" y="42005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0C8A2F-8F7F-4C8E-9F68-040018E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190750" y="4762500"/>
            <a:ext cx="571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A87D89-44FB-4F49-9312-53E6AC45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476250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1DA7E-67A1-4A20-84AE-8DF099BC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124075" y="4905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12313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A730D7-AEEA-4D34-9F86-4A75C24F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81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6AF3C9-6A3D-4F45-A719-B9E0902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9525" y="4600575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9966B6-9812-412D-8E3E-A3FD06B5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9525" y="4714875"/>
            <a:ext cx="2276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A8F37A-A3F5-474B-B2A4-7B7F9D30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71487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DB7414-506D-4FEF-9FE5-5C2883A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29325" y="4905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12313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C6B232-B1DF-4258-84CA-634BB62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62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13042A-B66A-4E8F-827B-899408F9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7725" y="4200525"/>
            <a:ext cx="5305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207801-75FD-4098-9B86-54F9B129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63150" y="4200525"/>
            <a:ext cx="953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182926-EF21-4C1F-9E33-CA40B9BC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896475" y="4905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12313D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6BACC3-DBB3-4360-8398-5CBAD18F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810A98-E93D-49FB-83FD-42D4FA7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1950" y="52863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023479-D8EB-4343-B175-A90B7DA3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1950" y="1152525"/>
            <a:ext cx="953" cy="413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BA2D0A-45AA-455E-BF90-307FFCD9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1152525"/>
            <a:ext cx="6991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608F4A-3349-4710-95DD-244AB03A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53300" y="11525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B1DC21-9C14-401C-BD5B-ECE0FB1D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286625" y="1276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47A"/>
          </a:solidFill>
          <a:ln xmlns:a="http://schemas.openxmlformats.org/drawingml/2006/main" w="9525">
            <a:solidFill>
              <a:srgbClr val="17647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65AA76-83BC-4477-8C4E-12FA262E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재예매 → 영화 선택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054219-3627-459D-9A3A-280BC4C7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취소 메뉴: 1번 새 예매 · 2번 종료 (상세는 취소 순서도)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DD0003-0FE7-4E6C-B237-AB4A6BE6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531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그 외 번호는 재검증 없이 저장 코드로 이동합니다. 3번 종료는 SystemExit라</a:t>
            </a:r>
          </a:p>
          <a:p xmlns:a="http://schemas.openxmlformats.org/drawingml/2006/main">
            <a:pPr algn="l">
              <a:def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run() 끝의 to_csv() 줄을 건너뜁니다.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D2105F-245A-472F-A9E0-340F06E6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영화·상영관 번호와 인원수는 범위를 벗어나면 재입력합니다. 메뉴 번호(1·2·3)는 코드에서 재검증하지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93029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D548A3-B5FE-44C5-BD46-961306E6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④ 핵심 기능 1 · 좌석 선택과 금액 계산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E014-EB4D-4B49-9E46-97845D8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ReservationApp.choose_seats() → get_seat_price() · 한 좌석씩 확인하고 필요한 수만큼 반복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F739A-905E-4E35-BE6E-6F0FA8BD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D24E5-14EF-4803-9112-041F538E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D9DE5-E0AB-477B-99D7-C5D353A3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9A87B-9DCD-47FB-941F-E6B09CA7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20015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좌석 선택 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D698-D965-477C-8854-C6ECA462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348615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 번호 입력 (예: A3)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00EF8-469F-4244-88CF-21CFA7A8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41719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5933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형식이 A3인가? 좌석표 범위 안인가?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□ 상태이며 이번 예매에서 중복되지 않았나?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6DE1-6139-430C-A64C-372697CA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95550"/>
            <a:ext cx="276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A"/>
          </a:solidFill>
          <a:ln xmlns:a="http://schemas.openxmlformats.org/drawingml/2006/main" w="15240">
            <a:solidFill>
              <a:srgbClr val="A5423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안내 출력: 형식 오류, 좌석표 밖,</a:t>
            </a:r>
          </a:p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이미 예약·선택된 좌석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51F11-43E5-4822-8D28-7ACFA6C4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909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좌석을 ■로 바꾸고 선택 목록에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64FA0-65C0-4FB6-9F72-1218AA7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86225"/>
            <a:ext cx="3124200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60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좌석 수가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예매 인원수와 같은가?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CDA79-A530-475B-AC55-5760305E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29718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5555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C3–C6·D3–D6 좌석이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포함됐나?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262E7-3223-46CC-BAD0-A3928297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38800"/>
            <a:ext cx="300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5240">
            <a:solidFill>
              <a:srgbClr val="337A6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예: 전체 인원 × 15,000원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5A084-81F5-4DE3-8095-39F054B0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638800"/>
            <a:ext cx="300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아니오: 전체 인원 × 10,000원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C383C-EFF5-485C-83D0-72D46714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91250"/>
            <a:ext cx="3238500" cy="3333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59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총 결제 금액 출력</a:t>
            </a:r>
          </a:p>
        </p:txBody>
      </p:sp>
      <p:cxnSp>
        <p:nvCxnSpPr>
          <p:cNvPr id="5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86475" y="16383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7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86475" y="22764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419475" y="2819400"/>
            <a:ext cx="5810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19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882A6D63-955E-485B-A63A-9F6955DE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193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7" idx="5"/>
          </p:cNvCxnSpPr>
          <p:nvPr/>
        </p:nvCxnSpPr>
        <p:spPr>
          <a:xfrm xmlns:a="http://schemas.openxmlformats.org/drawingml/2006/main" flipV="1">
            <a:off x="3419475" y="2019300"/>
            <a:ext cx="988219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1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3BE16983-7729-4159-B00D-90870AD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다시 입력</a:t>
            </a:r>
          </a:p>
        </p:txBody>
      </p:sp>
      <p:cxnSp>
        <p:nvCxnSpPr>
          <p:cNvPr id="60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86475" y="3219450"/>
            <a:ext cx="95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3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875528D3-5E0A-4D2C-8157-F2B6BFD9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71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6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39243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034E6-3D4F-4173-A306-BC38E5C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61E7A-FB2D-4CB4-B759-75AA891D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4429125"/>
            <a:ext cx="600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9A5C2-CAD5-470A-BADD-0D2F5E0D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2009775"/>
            <a:ext cx="953" cy="2419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9B03E7-0341-4C81-8F54-B1A3A52E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2009775"/>
            <a:ext cx="600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EE9688-B45B-42F7-B490-57A7B5E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933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47A"/>
          </a:solidFill>
          <a:ln xmlns:a="http://schemas.openxmlformats.org/drawingml/2006/main" w="9525">
            <a:solidFill>
              <a:srgbClr val="17647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AA445-3579-47FC-AAF1-E56D2690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67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아니오 · 계속</a:t>
            </a:r>
          </a:p>
        </p:txBody>
      </p:sp>
      <p:cxnSp>
        <p:nvCxnSpPr>
          <p:cNvPr id="69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47720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2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257044B3-466A-460B-99B3-D6825FA1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148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71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838575" y="5267325"/>
            <a:ext cx="771525" cy="604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4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C301BF4B-29BA-4499-96DE-9BD958D4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76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7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81900" y="5267325"/>
            <a:ext cx="771525" cy="604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6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182340C9-E5B6-45C1-91CD-3CF16C4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768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cxnSp>
        <p:nvCxnSpPr>
          <p:cNvPr id="75" name=""/>
          <p:cNvCxnSpPr>
            <a:stCxn xmlns:a="http://schemas.openxmlformats.org/drawingml/2006/main" id="13" idx="3"/>
            <a:endCxn xmlns:a="http://schemas.openxmlformats.org/drawingml/2006/main" id="15" idx="5"/>
          </p:cNvCxnSpPr>
          <p:nvPr/>
        </p:nvCxnSpPr>
        <p:spPr>
          <a:xfrm xmlns:a="http://schemas.openxmlformats.org/drawingml/2006/main">
            <a:off x="3838575" y="5872163"/>
            <a:ext cx="679847" cy="485775"/>
          </a:xfrm>
          <a:prstGeom xmlns:a="http://schemas.openxmlformats.org/drawingml/2006/main" prst="bentConnector3">
            <a:avLst>
              <a:gd name="adj1" fmla="val 46935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4" idx="1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>
            <a:off x="7673578" y="5872163"/>
            <a:ext cx="679847" cy="485775"/>
          </a:xfrm>
          <a:prstGeom xmlns:a="http://schemas.openxmlformats.org/drawingml/2006/main" prst="bentConnector3">
            <a:avLst>
              <a:gd name="adj1" fmla="val 46935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823608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A44EA0-2888-4489-B3C3-19FCFAED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④ 핵심 기능 2 · 예약 취소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C3ABA-430C-4B03-A422-8368C4DC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실제 취소 경로: ReservationApp.run() → cancel_reservation.cancel()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C83E8-58C6-4066-8CB1-4D820494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B2EBA-903E-4CA2-B2BC-11D9559F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42F69-4ABA-480E-A5A7-8ECBB0A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D61CF-644A-4563-B6C1-F78589F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209675"/>
            <a:ext cx="3752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예매 완료 후 메뉴에서 2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FB694-2705-47A4-91E3-C849C9D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19275"/>
            <a:ext cx="384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현재 reservation_data에서 좌석 목록 가져오기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84277-921A-45AE-8C7E-43B44392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241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selected_seats를 순회해 각 좌석을 □로 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835C5-A5B3-45FC-AFDB-751C839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3848100" cy="5905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취소 메시지와 갱신된 좌석표 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6418F-B52B-4F42-B2CB-A11F2BF7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43375"/>
            <a:ext cx="33718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취소 후 메뉴 입력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예매하기 · 2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86AB8-659D-4A2F-B87B-690C4752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5240">
            <a:solidFill>
              <a:srgbClr val="337A6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1: 새 ReservationApp().run()</a:t>
            </a:r>
          </a:p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영화 선택부터 재시작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21198-1601-451E-AEBA-8EA328A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578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4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그 외 입력: cancel()에서 돌아감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51F92-D29A-4CB4-B7AA-FF75DC31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342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2: SystemExit로 프로그램 종료</a:t>
            </a:r>
          </a:p>
        </p:txBody>
      </p: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16668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3717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1908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9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9624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981450" y="4543425"/>
            <a:ext cx="428625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19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EFE2F3B3-192E-4D34-A855-2C0D4738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67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81925" y="4543425"/>
            <a:ext cx="428625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1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7A0B2758-E0CE-4469-AA57-6947765D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67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cxnSp>
        <p:nvCxnSpPr>
          <p:cNvPr id="46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49434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3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9E3B743D-E6CA-4479-A2DF-469ABAD7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434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그 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2F227-5BC6-4DBF-B22B-C254C8F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6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구현 확인: 취소는 한 번에 현재 reservation_data의 선택 좌석을 되돌립니다. 저장은 run() 끝의 to_csv()에 의존하며, 종료(SystemExit) 분기는 그 저장 줄을 건너뜁니다.</a:t>
            </a:r>
          </a:p>
        </p:txBody>
      </p:sp>
    </p:spTree>
    <p:extLst>
      <p:ext uri="{BB962C8B-B14F-4D97-AF65-F5344CB8AC3E}">
        <p14:creationId xmlns:p14="http://schemas.microsoft.com/office/powerpoint/2010/main" val="1916949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2BF5E8-CE5D-434F-9595-B61CCED5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⑤ 구현 회고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0E965-C673-435F-9077-C6FBCD0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현재 코드와 기존 순서도를 비교해 작성한 기술 회고 초안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E8647-C83B-43AC-A838-BA4C24E2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731D4-66CE-4DE9-9368-0019DD5B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B4BAC-0F9C-45B9-85DB-D14DB3E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11764-7F27-4F81-A8B1-F298B86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3381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기획·범위 변화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84005-99D4-458A-907A-9E8418F3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3257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기존 순서도에는 예매 조회와 매출 조회가 있었지만 현재 MTB.py에는 해당 기능이 없습니다. 현재 구현은 영화·상영관 선택, 좌석 예매, 취소와 금액 계산에 집중되어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9BC71-8D66-44A9-94CF-CB3A944E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04925"/>
            <a:ext cx="3381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코드상 복잡한 구간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35772-3E98-46BD-BD94-1465E27B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38325"/>
            <a:ext cx="3257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좌석 입력을 DataFrame의 행·열에 연결해야 합니다. A3 형식 변환 후 좌석표 범위, 빈 좌석(□), 중복 선택을 차례로 검사하고, 통과한 좌석만 ■로 바꾸도록 나눴습니다.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7E995-2C8B-4F40-982B-563AC651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04925"/>
            <a:ext cx="3381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다음에 보완할 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85811-FF35-4749-8697-D6309A91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38325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run()의 재예매는 재귀 호출입니다. 메뉴 입력 검증이 빠져 있고, 종료 분기에서는 좌석 CSV 저장 줄을 건너뜁니다. while 반복문으로 메뉴를 관리하고 예매·취소 결과를 즉시 저장하는 방식이 필요합니다.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CA619-2BD4-4632-BC07-19EC118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팀 역할 기록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90550" y="4381500"/>
          <a:ext xmlns:a="http://schemas.openxmlformats.org/drawingml/2006/main" cx="11001375" cy="1590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3667125"/>
                <a:gridCol w="3667125"/>
              </a:tblGrid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 (저장소 표기)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확인되는 작업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함수별 분담 확인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</a:tr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이성용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MTB.py 및 좌석 CSV 관련 커밋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 코드 작성 이력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</a:tr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rst81792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플로우차트 PPTX/PDF 작성·수정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함수 담당은 확인되지 않음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Haeri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example.txt 초기 파일 커밋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클래스·함수 담당은 확인되지 않음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176AF-1222-49C8-940E-9B672DDA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발표 전 보완: 실제로 가장 어려웠던 점, 처음 기획, 팀원별 클래스·함수 담당이 위 기록과 다르면 팀 합의 내용으로 고쳐 주세요.</a:t>
            </a:r>
          </a:p>
        </p:txBody>
      </p:sp>
    </p:spTree>
    <p:extLst>
      <p:ext uri="{BB962C8B-B14F-4D97-AF65-F5344CB8AC3E}">
        <p14:creationId xmlns:p14="http://schemas.microsoft.com/office/powerpoint/2010/main" val="660445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2026-10-02T06:58:07.8900000Z</dcterms:created>
  <dcterms:modified xsi:type="dcterms:W3CDTF">2026-10-02T06:58:07.8900000Z</dcterms:modified>
</coreProperties>
</file>