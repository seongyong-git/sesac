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C53121-5206-4ED6-9FB7-F2D829613B50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F2DA03-5E09-4134-BA82-BDA0647243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328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2DA03-5E09-4134-BA82-BDA06472431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202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3EABC-4496-73B6-766C-FE3809B2B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07C00B-18B6-E5CE-4C6A-2CAF77B25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A45E6D-BDD8-D002-7C24-950A22AC8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5E00-D978-44F4-8D0C-D5553081CAD0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8D189E-A40A-F63A-C88E-9FCDE5B43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B8606C-9BDF-FF96-FD7A-11E27788C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E982-1883-4AE5-AF1C-89CAFE6860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80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A7D0D-1583-74E4-1BD3-29FA6EDE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1F0031-3FCA-64A4-31A3-08C59B924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6D4CF3-DA69-324A-8297-7201A331A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5E00-D978-44F4-8D0C-D5553081CAD0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37DF92-909B-0CEA-2ED5-6D97F92D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228A43-458F-7F37-0434-9509D297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E982-1883-4AE5-AF1C-89CAFE6860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119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CA175C-85AF-215F-EBD6-4AC2454B6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1F0A35-65B1-AE0A-DE6B-183BF9ED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CB6105-ADD7-C759-E740-AAB744BDE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5E00-D978-44F4-8D0C-D5553081CAD0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3CF127-0786-ADDD-1E7E-E3D31F8E3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FF790B-D417-E45E-D79F-9BE2EE10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E982-1883-4AE5-AF1C-89CAFE6860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99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D2336-E03F-72AF-6D64-E93DA19D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8AFED6-D5F3-5EB7-1FE2-AF7236550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9B3671-55BD-E0FF-D6F6-CDE6B654C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AF4AC6-4D81-6B4E-0FF6-9783A03B2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5E00-D978-44F4-8D0C-D5553081CAD0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6E17DC-9E34-B169-5F07-09047D219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BB6D57-88C2-7569-3EA5-87C2C96A8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E982-1883-4AE5-AF1C-89CAFE6860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89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5A0BC-5AC3-6C36-F1E8-F1490543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6014E9-ABD0-AA69-7CD4-8858BB175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11989A-0A46-F6E7-2BDF-16DFCAA31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ECF12DB-D486-839B-1EA9-9E9266975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932899-A62D-E321-B381-EDCD899239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58F4D7-DE22-F8B5-6AD5-B812C35FA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5E00-D978-44F4-8D0C-D5553081CAD0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2C2F6B-266B-08ED-EA1C-FAC2F0830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FFA584A-CAB5-D0AB-0A2A-14A0DFEB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E982-1883-4AE5-AF1C-89CAFE6860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338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598DFD-A6E4-470F-2C28-8C10301C6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7E1792-BC9B-E7B3-C3D9-29B84123A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5E00-D978-44F4-8D0C-D5553081CAD0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75FA27-1E6E-EEA3-06CF-35D6AABDA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580E8F-365A-CE06-E601-59B8B008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E982-1883-4AE5-AF1C-89CAFE6860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686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23327C-2D9E-7149-E2FE-180B73352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5E00-D978-44F4-8D0C-D5553081CAD0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9AC3632-4390-ED05-4125-415ED86B4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A1FC7C-27BC-E8E6-089C-23BBBA1C2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E982-1883-4AE5-AF1C-89CAFE6860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271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3EF039-5D93-4986-DAC0-FF3CE0ACD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BA1ECE-C00A-5BB2-32EA-A5D2DAEC3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B62F50-81D4-D257-0E49-CD1550481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8DA351-CAD7-8B8F-BAB4-A02506377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5E00-D978-44F4-8D0C-D5553081CAD0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4B1C84-EAFD-C748-489D-1CAC93576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806C84-2180-F274-CFD7-87010674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E982-1883-4AE5-AF1C-89CAFE6860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353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69F798-D7B7-6D41-D1C8-48F25DF45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564799-2D95-70B4-0753-9671C4A4A5D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D90895-F275-374F-DCB2-1CF831AA4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5D1D12-5150-B9DB-43B4-0B0D677A2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5E00-D978-44F4-8D0C-D5553081CAD0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14E5AE-5E04-06CF-9FE9-6A863B59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7AAFF0-7436-4D10-780D-B8BE387F7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E982-1883-4AE5-AF1C-89CAFE6860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918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A76E2-1551-512E-FA32-B55103A0F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8EE99C-F8CD-2605-919E-8B1655992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0E9E63-1186-6E5F-1112-C4CCBA63F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5E00-D978-44F4-8D0C-D5553081CAD0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E5C455-4A1D-1777-BD8C-4284307F6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C7A96D-303C-0E87-05FB-939286FF7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E982-1883-4AE5-AF1C-89CAFE6860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260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832AD80-F6BA-C7C8-3D91-A1F271B6B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4BAE44-4113-E688-BE54-0BD4331DA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B97019-36CD-ADE2-C66C-EC0A03D62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5E00-D978-44F4-8D0C-D5553081CAD0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BF2509-C6C1-9D7D-C114-35DF10E97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971E0B-0917-CA22-8E25-23F4654AC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E982-1883-4AE5-AF1C-89CAFE6860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70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BDFB85-5429-F680-B6C3-7AE93FF45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59BE9F-EEB1-5282-B6A9-E260E33C5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7431CC-47D5-835F-8572-A6DAC281EC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E5E00-D978-44F4-8D0C-D5553081CAD0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6ACA0E-3D11-9AF1-D22E-5297010494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E33408-FEA7-79A5-2BFD-6EC3DF10C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5E982-1883-4AE5-AF1C-89CAFE6860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77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B5791B-A8F0-95B4-D58D-FE311FEB33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A66724-D821-AB6C-D4CB-4BCCFD8F0F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289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AD78F3-413A-9E7E-B040-4FE9A9699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669DBA-076E-C756-9E3A-F0E55A343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50675B92-5E11-1E62-906D-2ADD913AF468}"/>
              </a:ext>
            </a:extLst>
          </p:cNvPr>
          <p:cNvSpPr/>
          <p:nvPr/>
        </p:nvSpPr>
        <p:spPr>
          <a:xfrm>
            <a:off x="1190104" y="1591348"/>
            <a:ext cx="1319606" cy="401145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영화 예매</a:t>
            </a: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F81FE58C-82D6-FDF3-664F-B80A0C4F93A2}"/>
              </a:ext>
            </a:extLst>
          </p:cNvPr>
          <p:cNvSpPr/>
          <p:nvPr/>
        </p:nvSpPr>
        <p:spPr>
          <a:xfrm>
            <a:off x="1275869" y="2067014"/>
            <a:ext cx="1477642" cy="50325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영화 선택</a:t>
            </a: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ABD37BE-A572-BE7D-73FE-36C49D2F7754}"/>
              </a:ext>
            </a:extLst>
          </p:cNvPr>
          <p:cNvSpPr/>
          <p:nvPr/>
        </p:nvSpPr>
        <p:spPr>
          <a:xfrm>
            <a:off x="1320319" y="2754921"/>
            <a:ext cx="1477642" cy="50325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지역 선택</a:t>
            </a:r>
          </a:p>
        </p:txBody>
      </p:sp>
      <p:sp>
        <p:nvSpPr>
          <p:cNvPr id="13" name="순서도: 자기 디스크 12">
            <a:extLst>
              <a:ext uri="{FF2B5EF4-FFF2-40B4-BE49-F238E27FC236}">
                <a16:creationId xmlns:a16="http://schemas.microsoft.com/office/drawing/2014/main" id="{C455779E-0261-68BC-DA35-EADDC217B6E7}"/>
              </a:ext>
            </a:extLst>
          </p:cNvPr>
          <p:cNvSpPr/>
          <p:nvPr/>
        </p:nvSpPr>
        <p:spPr>
          <a:xfrm>
            <a:off x="810816" y="5620269"/>
            <a:ext cx="2078182" cy="1057563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/>
              <a:t>Pd.DataFrame</a:t>
            </a:r>
            <a:endParaRPr lang="ko-KR" altLang="en-US" sz="1600" dirty="0"/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68E0B567-1A7C-78AA-11DF-E4902C437E63}"/>
              </a:ext>
            </a:extLst>
          </p:cNvPr>
          <p:cNvSpPr/>
          <p:nvPr/>
        </p:nvSpPr>
        <p:spPr>
          <a:xfrm>
            <a:off x="5648157" y="1751862"/>
            <a:ext cx="1319606" cy="401145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예매 조회</a:t>
            </a: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19E3EED4-6CE6-8290-550C-3DF338AD77B0}"/>
              </a:ext>
            </a:extLst>
          </p:cNvPr>
          <p:cNvSpPr/>
          <p:nvPr/>
        </p:nvSpPr>
        <p:spPr>
          <a:xfrm>
            <a:off x="5569139" y="2481216"/>
            <a:ext cx="1477642" cy="50325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사용자 선택</a:t>
            </a:r>
          </a:p>
        </p:txBody>
      </p:sp>
      <p:sp>
        <p:nvSpPr>
          <p:cNvPr id="21" name="순서도: 처리 20">
            <a:extLst>
              <a:ext uri="{FF2B5EF4-FFF2-40B4-BE49-F238E27FC236}">
                <a16:creationId xmlns:a16="http://schemas.microsoft.com/office/drawing/2014/main" id="{4DCDB954-EAA0-B4F6-1225-AF23555306EE}"/>
              </a:ext>
            </a:extLst>
          </p:cNvPr>
          <p:cNvSpPr/>
          <p:nvPr/>
        </p:nvSpPr>
        <p:spPr>
          <a:xfrm>
            <a:off x="5569139" y="3339779"/>
            <a:ext cx="1477642" cy="50325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목록조회</a:t>
            </a: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884A62E8-E15C-3009-A394-16B879B4516C}"/>
              </a:ext>
            </a:extLst>
          </p:cNvPr>
          <p:cNvCxnSpPr>
            <a:cxnSpLocks/>
            <a:stCxn id="13" idx="4"/>
            <a:endCxn id="21" idx="1"/>
          </p:cNvCxnSpPr>
          <p:nvPr/>
        </p:nvCxnSpPr>
        <p:spPr>
          <a:xfrm flipV="1">
            <a:off x="2888998" y="3591406"/>
            <a:ext cx="2680141" cy="25576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순서도: 문서 27">
            <a:extLst>
              <a:ext uri="{FF2B5EF4-FFF2-40B4-BE49-F238E27FC236}">
                <a16:creationId xmlns:a16="http://schemas.microsoft.com/office/drawing/2014/main" id="{BE48BB8C-EF32-59B8-0301-D5B7D5A54644}"/>
              </a:ext>
            </a:extLst>
          </p:cNvPr>
          <p:cNvSpPr/>
          <p:nvPr/>
        </p:nvSpPr>
        <p:spPr>
          <a:xfrm>
            <a:off x="5524689" y="4073237"/>
            <a:ext cx="1536908" cy="1166967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예매 목록 표시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A1A61BC-B0A9-1B60-D3B1-9F85FF0613A0}"/>
              </a:ext>
            </a:extLst>
          </p:cNvPr>
          <p:cNvCxnSpPr>
            <a:stCxn id="21" idx="2"/>
            <a:endCxn id="28" idx="0"/>
          </p:cNvCxnSpPr>
          <p:nvPr/>
        </p:nvCxnSpPr>
        <p:spPr>
          <a:xfrm flipH="1">
            <a:off x="6293143" y="3843033"/>
            <a:ext cx="14817" cy="2302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순서도: 수행의 시작/종료 35">
            <a:extLst>
              <a:ext uri="{FF2B5EF4-FFF2-40B4-BE49-F238E27FC236}">
                <a16:creationId xmlns:a16="http://schemas.microsoft.com/office/drawing/2014/main" id="{6B565727-D09C-9189-B225-19C78489CAA2}"/>
              </a:ext>
            </a:extLst>
          </p:cNvPr>
          <p:cNvSpPr/>
          <p:nvPr/>
        </p:nvSpPr>
        <p:spPr>
          <a:xfrm>
            <a:off x="9078750" y="1791920"/>
            <a:ext cx="1319606" cy="401145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매출 조회</a:t>
            </a:r>
          </a:p>
        </p:txBody>
      </p:sp>
      <p:sp>
        <p:nvSpPr>
          <p:cNvPr id="38" name="순서도: 처리 37">
            <a:extLst>
              <a:ext uri="{FF2B5EF4-FFF2-40B4-BE49-F238E27FC236}">
                <a16:creationId xmlns:a16="http://schemas.microsoft.com/office/drawing/2014/main" id="{68B63908-66F6-0BB3-618C-02EB39E031E6}"/>
              </a:ext>
            </a:extLst>
          </p:cNvPr>
          <p:cNvSpPr/>
          <p:nvPr/>
        </p:nvSpPr>
        <p:spPr>
          <a:xfrm>
            <a:off x="9124759" y="2473100"/>
            <a:ext cx="1477642" cy="50325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영화관 선택</a:t>
            </a:r>
          </a:p>
        </p:txBody>
      </p:sp>
      <p:sp>
        <p:nvSpPr>
          <p:cNvPr id="40" name="순서도: 처리 39">
            <a:extLst>
              <a:ext uri="{FF2B5EF4-FFF2-40B4-BE49-F238E27FC236}">
                <a16:creationId xmlns:a16="http://schemas.microsoft.com/office/drawing/2014/main" id="{5A26EE99-C683-23BA-A6DA-ACAE019186FA}"/>
              </a:ext>
            </a:extLst>
          </p:cNvPr>
          <p:cNvSpPr/>
          <p:nvPr/>
        </p:nvSpPr>
        <p:spPr>
          <a:xfrm>
            <a:off x="9092691" y="3339779"/>
            <a:ext cx="1477642" cy="50325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매출조회</a:t>
            </a:r>
          </a:p>
        </p:txBody>
      </p:sp>
      <p:sp>
        <p:nvSpPr>
          <p:cNvPr id="42" name="순서도: 문서 41">
            <a:extLst>
              <a:ext uri="{FF2B5EF4-FFF2-40B4-BE49-F238E27FC236}">
                <a16:creationId xmlns:a16="http://schemas.microsoft.com/office/drawing/2014/main" id="{8B20984B-09BC-DA41-4A79-EEC324EC639B}"/>
              </a:ext>
            </a:extLst>
          </p:cNvPr>
          <p:cNvSpPr/>
          <p:nvPr/>
        </p:nvSpPr>
        <p:spPr>
          <a:xfrm>
            <a:off x="9065493" y="4133273"/>
            <a:ext cx="1536908" cy="1166967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매출 정보 표시</a:t>
            </a:r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2585CBCF-3937-52B2-B6B9-87CB3CF76F2F}"/>
              </a:ext>
            </a:extLst>
          </p:cNvPr>
          <p:cNvCxnSpPr>
            <a:cxnSpLocks/>
            <a:stCxn id="13" idx="4"/>
            <a:endCxn id="40" idx="1"/>
          </p:cNvCxnSpPr>
          <p:nvPr/>
        </p:nvCxnSpPr>
        <p:spPr>
          <a:xfrm flipV="1">
            <a:off x="2888998" y="3591406"/>
            <a:ext cx="6203693" cy="25576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순서도: 처리 48">
            <a:extLst>
              <a:ext uri="{FF2B5EF4-FFF2-40B4-BE49-F238E27FC236}">
                <a16:creationId xmlns:a16="http://schemas.microsoft.com/office/drawing/2014/main" id="{813492DB-A618-B574-1B44-74037621C1D6}"/>
              </a:ext>
            </a:extLst>
          </p:cNvPr>
          <p:cNvSpPr/>
          <p:nvPr/>
        </p:nvSpPr>
        <p:spPr>
          <a:xfrm>
            <a:off x="1205853" y="4465129"/>
            <a:ext cx="1477642" cy="50325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좌석 선택</a:t>
            </a:r>
          </a:p>
        </p:txBody>
      </p:sp>
      <p:sp>
        <p:nvSpPr>
          <p:cNvPr id="52" name="순서도: 판단 51">
            <a:extLst>
              <a:ext uri="{FF2B5EF4-FFF2-40B4-BE49-F238E27FC236}">
                <a16:creationId xmlns:a16="http://schemas.microsoft.com/office/drawing/2014/main" id="{EBD20533-7290-60F4-E02E-814694A4ADC9}"/>
              </a:ext>
            </a:extLst>
          </p:cNvPr>
          <p:cNvSpPr/>
          <p:nvPr/>
        </p:nvSpPr>
        <p:spPr>
          <a:xfrm>
            <a:off x="1205853" y="708949"/>
            <a:ext cx="1477642" cy="73543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기능선택</a:t>
            </a:r>
          </a:p>
        </p:txBody>
      </p:sp>
      <p:sp>
        <p:nvSpPr>
          <p:cNvPr id="57" name="순서도: 수행의 시작/종료 56">
            <a:extLst>
              <a:ext uri="{FF2B5EF4-FFF2-40B4-BE49-F238E27FC236}">
                <a16:creationId xmlns:a16="http://schemas.microsoft.com/office/drawing/2014/main" id="{9D0A656E-AC99-CB5E-8289-E279E0C6F00E}"/>
              </a:ext>
            </a:extLst>
          </p:cNvPr>
          <p:cNvSpPr/>
          <p:nvPr/>
        </p:nvSpPr>
        <p:spPr>
          <a:xfrm>
            <a:off x="1284871" y="68874"/>
            <a:ext cx="1319606" cy="401145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프로그램 시작</a:t>
            </a:r>
          </a:p>
        </p:txBody>
      </p: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28FAEABF-DFAE-704F-C20E-32EAA4A4004E}"/>
              </a:ext>
            </a:extLst>
          </p:cNvPr>
          <p:cNvCxnSpPr>
            <a:cxnSpLocks/>
            <a:endCxn id="21" idx="3"/>
          </p:cNvCxnSpPr>
          <p:nvPr/>
        </p:nvCxnSpPr>
        <p:spPr>
          <a:xfrm flipH="1" flipV="1">
            <a:off x="7046781" y="3591406"/>
            <a:ext cx="14816" cy="2251165"/>
          </a:xfrm>
          <a:prstGeom prst="bentConnector3">
            <a:avLst>
              <a:gd name="adj1" fmla="val -15429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순서도: 처리 66">
            <a:extLst>
              <a:ext uri="{FF2B5EF4-FFF2-40B4-BE49-F238E27FC236}">
                <a16:creationId xmlns:a16="http://schemas.microsoft.com/office/drawing/2014/main" id="{8CA37D40-4DD2-B296-F817-777E4CFC88F8}"/>
              </a:ext>
            </a:extLst>
          </p:cNvPr>
          <p:cNvSpPr/>
          <p:nvPr/>
        </p:nvSpPr>
        <p:spPr>
          <a:xfrm>
            <a:off x="5576547" y="6003636"/>
            <a:ext cx="1477642" cy="50325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예매취소</a:t>
            </a:r>
          </a:p>
        </p:txBody>
      </p:sp>
      <p:sp>
        <p:nvSpPr>
          <p:cNvPr id="70" name="순서도: 판단 69">
            <a:extLst>
              <a:ext uri="{FF2B5EF4-FFF2-40B4-BE49-F238E27FC236}">
                <a16:creationId xmlns:a16="http://schemas.microsoft.com/office/drawing/2014/main" id="{DF18AB5C-AEAA-8143-2CC1-0DD6D21AD5CC}"/>
              </a:ext>
            </a:extLst>
          </p:cNvPr>
          <p:cNvSpPr/>
          <p:nvPr/>
        </p:nvSpPr>
        <p:spPr>
          <a:xfrm>
            <a:off x="5524689" y="5187670"/>
            <a:ext cx="1477642" cy="73543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하위메뉴</a:t>
            </a:r>
          </a:p>
        </p:txBody>
      </p:sp>
      <p:sp>
        <p:nvSpPr>
          <p:cNvPr id="72" name="순서도: 판단 71">
            <a:extLst>
              <a:ext uri="{FF2B5EF4-FFF2-40B4-BE49-F238E27FC236}">
                <a16:creationId xmlns:a16="http://schemas.microsoft.com/office/drawing/2014/main" id="{B91B2348-0E7D-74B4-C6E5-A07A70FCD1BC}"/>
              </a:ext>
            </a:extLst>
          </p:cNvPr>
          <p:cNvSpPr/>
          <p:nvPr/>
        </p:nvSpPr>
        <p:spPr>
          <a:xfrm>
            <a:off x="1111086" y="4818642"/>
            <a:ext cx="1477642" cy="73543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하위메뉴</a:t>
            </a:r>
          </a:p>
        </p:txBody>
      </p:sp>
      <p:sp>
        <p:nvSpPr>
          <p:cNvPr id="74" name="순서도: 판단 73">
            <a:extLst>
              <a:ext uri="{FF2B5EF4-FFF2-40B4-BE49-F238E27FC236}">
                <a16:creationId xmlns:a16="http://schemas.microsoft.com/office/drawing/2014/main" id="{2146E555-BD90-3B46-D36D-559CCFBCA7DD}"/>
              </a:ext>
            </a:extLst>
          </p:cNvPr>
          <p:cNvSpPr/>
          <p:nvPr/>
        </p:nvSpPr>
        <p:spPr>
          <a:xfrm>
            <a:off x="9178305" y="5187670"/>
            <a:ext cx="1477642" cy="73543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하위메뉴</a:t>
            </a:r>
          </a:p>
        </p:txBody>
      </p:sp>
      <p:sp>
        <p:nvSpPr>
          <p:cNvPr id="80" name="순서도: 처리 79">
            <a:extLst>
              <a:ext uri="{FF2B5EF4-FFF2-40B4-BE49-F238E27FC236}">
                <a16:creationId xmlns:a16="http://schemas.microsoft.com/office/drawing/2014/main" id="{73C50483-F6F8-13AD-E672-DED1D554EAB3}"/>
              </a:ext>
            </a:extLst>
          </p:cNvPr>
          <p:cNvSpPr/>
          <p:nvPr/>
        </p:nvSpPr>
        <p:spPr>
          <a:xfrm>
            <a:off x="1180690" y="3222154"/>
            <a:ext cx="1477642" cy="50325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인원 선택</a:t>
            </a:r>
          </a:p>
        </p:txBody>
      </p:sp>
      <p:sp>
        <p:nvSpPr>
          <p:cNvPr id="82" name="순서도: 문서 81">
            <a:extLst>
              <a:ext uri="{FF2B5EF4-FFF2-40B4-BE49-F238E27FC236}">
                <a16:creationId xmlns:a16="http://schemas.microsoft.com/office/drawing/2014/main" id="{4427AD71-5906-A4F3-5F63-635C2B901C59}"/>
              </a:ext>
            </a:extLst>
          </p:cNvPr>
          <p:cNvSpPr/>
          <p:nvPr/>
        </p:nvSpPr>
        <p:spPr>
          <a:xfrm>
            <a:off x="2066998" y="3511902"/>
            <a:ext cx="1536908" cy="1166967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좌석 표시</a:t>
            </a:r>
          </a:p>
        </p:txBody>
      </p:sp>
      <p:sp>
        <p:nvSpPr>
          <p:cNvPr id="84" name="순서도: 자기 디스크 83">
            <a:extLst>
              <a:ext uri="{FF2B5EF4-FFF2-40B4-BE49-F238E27FC236}">
                <a16:creationId xmlns:a16="http://schemas.microsoft.com/office/drawing/2014/main" id="{E4DDE04C-A29D-1277-B381-2B29B18F1AD8}"/>
              </a:ext>
            </a:extLst>
          </p:cNvPr>
          <p:cNvSpPr/>
          <p:nvPr/>
        </p:nvSpPr>
        <p:spPr>
          <a:xfrm>
            <a:off x="7217597" y="5698424"/>
            <a:ext cx="2078182" cy="1057563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/>
              <a:t>Pd.DataFrame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03301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와이드스크린</PresentationFormat>
  <Paragraphs>23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2026-10-01T07:52:06Z</dcterms:created>
  <dcterms:modified xsi:type="dcterms:W3CDTF">2026-10-01T07:52:11Z</dcterms:modified>
</cp:coreProperties>
</file>