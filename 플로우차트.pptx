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8" r:id="rId2"/>
    <p:sldId id="259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C53121-5206-4ED6-9FB7-F2D829613B5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2DA03-5E09-4134-BA82-BDA0647243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3280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2DA03-5E09-4134-BA82-BDA06472431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2026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B4059-2B4A-0FE7-861C-74D76076F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45319C-9911-ECEF-FBFB-FA497CAFB8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A1C51-6921-5AA1-18ED-9C4A810A0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D8CBAD-CA12-AE52-0808-CD97695EDC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2DA03-5E09-4134-BA82-BDA064724316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9615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3EABC-4496-73B6-766C-FE3809B2B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A07C00B-18B6-E5CE-4C6A-2CAF77B258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A45E6D-BDD8-D002-7C24-950A22AC8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8D189E-A40A-F63A-C88E-9FCDE5B43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B8606C-9BDF-FF96-FD7A-11E27788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0803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5A7D0D-1583-74E4-1BD3-29FA6EDE6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1F0031-3FCA-64A4-31A3-08C59B924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6D4CF3-DA69-324A-8297-7201A331A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37DF92-909B-0CEA-2ED5-6D97F92D5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28A43-458F-7F37-0434-9509D2978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119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CA175C-85AF-215F-EBD6-4AC2454B6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1F0A35-65B1-AE0A-DE6B-183BF9EDBC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CB6105-ADD7-C759-E740-AAB744BDE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43CF127-0786-ADDD-1E7E-E3D31F8E3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FF790B-D417-E45E-D79F-9BE2EE109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992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2336-E03F-72AF-6D64-E93DA19DD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8AFED6-D5F3-5EB7-1FE2-AF7236550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9B3671-55BD-E0FF-D6F6-CDE6B654C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AF4AC6-4D81-6B4E-0FF6-9783A03B2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6E17DC-9E34-B169-5F07-09047D219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BB6D57-88C2-7569-3EA5-87C2C96A8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894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75A0BC-5AC3-6C36-F1E8-F14905430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6014E9-ABD0-AA69-7CD4-8858BB1758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11989A-0A46-F6E7-2BDF-16DFCAA31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ECF12DB-D486-839B-1EA9-9E9266975F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932899-A62D-E321-B381-EDCD899239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458F4D7-DE22-F8B5-6AD5-B812C35FA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C2F6B-266B-08ED-EA1C-FAC2F0830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FFA584A-CAB5-D0AB-0A2A-14A0DFEBA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38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598DFD-A6E4-470F-2C28-8C10301C6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7E1792-BC9B-E7B3-C3D9-29B84123A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E75FA27-1E6E-EEA3-06CF-35D6AABDA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5580E8F-365A-CE06-E601-59B8B008F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86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23327C-2D9E-7149-E2FE-180B73352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9AC3632-4390-ED05-4125-415ED86B4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A1FC7C-27BC-E8E6-089C-23BBBA1C2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271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3EF039-5D93-4986-DAC0-FF3CE0ACD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BA1ECE-C00A-5BB2-32EA-A5D2DAEC3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6B62F50-81D4-D257-0E49-CD1550481A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8DA351-CAD7-8B8F-BAB4-A02506377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4B1C84-EAFD-C748-489D-1CAC93576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806C84-2180-F274-CFD7-87010674A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353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69F798-D7B7-6D41-D1C8-48F25DF45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C564799-2D95-70B4-0753-9671C4A4A5D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D90895-F275-374F-DCB2-1CF831AA4E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D1D12-5150-B9DB-43B4-0B0D677A2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14E5AE-5E04-06CF-9FE9-6A863B59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7AAFF0-7436-4D10-780D-B8BE387F7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918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5A76E2-1551-512E-FA32-B55103A0F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8EE99C-F8CD-2605-919E-8B1655992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0E9E63-1186-6E5F-1112-C4CCBA63F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E5C455-4A1D-1777-BD8C-4284307F6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C7A96D-303C-0E87-05FB-939286FF7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260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832AD80-F6BA-C7C8-3D91-A1F271B6B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D4BAE44-4113-E688-BE54-0BD4331DA2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B97019-36CD-ADE2-C66C-EC0A03D62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BF2509-C6C1-9D7D-C114-35DF10E97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971E0B-0917-CA22-8E25-23F4654AC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701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3BDFB85-5429-F680-B6C3-7AE93FF45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59BE9F-EEB1-5282-B6A9-E260E33C51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7431CC-47D5-835F-8572-A6DAC281EC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8E5E00-D978-44F4-8D0C-D5553081CAD0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6ACA0E-3D11-9AF1-D22E-5297010494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E33408-FEA7-79A5-2BFD-6EC3DF10CA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45E982-1883-4AE5-AF1C-89CAFE6860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776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25816508-7023-BE17-3EBC-6D4641388ECF}"/>
              </a:ext>
            </a:extLst>
          </p:cNvPr>
          <p:cNvSpPr/>
          <p:nvPr/>
        </p:nvSpPr>
        <p:spPr>
          <a:xfrm>
            <a:off x="4255046" y="1273897"/>
            <a:ext cx="1319606" cy="401145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시작</a:t>
            </a:r>
          </a:p>
        </p:txBody>
      </p:sp>
      <p:sp>
        <p:nvSpPr>
          <p:cNvPr id="7" name="순서도: 판단 6">
            <a:extLst>
              <a:ext uri="{FF2B5EF4-FFF2-40B4-BE49-F238E27FC236}">
                <a16:creationId xmlns:a16="http://schemas.microsoft.com/office/drawing/2014/main" id="{AAD315E9-B34E-620B-E847-99A89017D2A4}"/>
              </a:ext>
            </a:extLst>
          </p:cNvPr>
          <p:cNvSpPr/>
          <p:nvPr/>
        </p:nvSpPr>
        <p:spPr>
          <a:xfrm>
            <a:off x="4352712" y="2880080"/>
            <a:ext cx="1124274" cy="50467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메뉴</a:t>
            </a:r>
            <a:endParaRPr lang="en-US" altLang="ko-KR" sz="1400" dirty="0"/>
          </a:p>
          <a:p>
            <a:pPr algn="ctr"/>
            <a:r>
              <a:rPr lang="ko-KR" altLang="en-US" sz="1400" dirty="0"/>
              <a:t>선택</a:t>
            </a:r>
          </a:p>
        </p:txBody>
      </p:sp>
      <p:sp>
        <p:nvSpPr>
          <p:cNvPr id="8" name="순서도: 데이터 7">
            <a:extLst>
              <a:ext uri="{FF2B5EF4-FFF2-40B4-BE49-F238E27FC236}">
                <a16:creationId xmlns:a16="http://schemas.microsoft.com/office/drawing/2014/main" id="{FB9A5DC1-9C09-BA2F-3D10-60DA26B79901}"/>
              </a:ext>
            </a:extLst>
          </p:cNvPr>
          <p:cNvSpPr/>
          <p:nvPr/>
        </p:nvSpPr>
        <p:spPr>
          <a:xfrm>
            <a:off x="4352712" y="2043537"/>
            <a:ext cx="1124274" cy="504671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입력</a:t>
            </a:r>
          </a:p>
        </p:txBody>
      </p:sp>
      <p:sp>
        <p:nvSpPr>
          <p:cNvPr id="18" name="순서도: 처리 17">
            <a:extLst>
              <a:ext uri="{FF2B5EF4-FFF2-40B4-BE49-F238E27FC236}">
                <a16:creationId xmlns:a16="http://schemas.microsoft.com/office/drawing/2014/main" id="{2A1B12FC-55E2-7888-F98E-181FE06EF660}"/>
              </a:ext>
            </a:extLst>
          </p:cNvPr>
          <p:cNvSpPr/>
          <p:nvPr/>
        </p:nvSpPr>
        <p:spPr>
          <a:xfrm>
            <a:off x="6435797" y="5405971"/>
            <a:ext cx="1124274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예매 처리</a:t>
            </a:r>
          </a:p>
        </p:txBody>
      </p:sp>
      <p:sp>
        <p:nvSpPr>
          <p:cNvPr id="46" name="순서도: 판단 45">
            <a:extLst>
              <a:ext uri="{FF2B5EF4-FFF2-40B4-BE49-F238E27FC236}">
                <a16:creationId xmlns:a16="http://schemas.microsoft.com/office/drawing/2014/main" id="{19104F41-3847-5F00-2EAF-3052ECF04B43}"/>
              </a:ext>
            </a:extLst>
          </p:cNvPr>
          <p:cNvSpPr/>
          <p:nvPr/>
        </p:nvSpPr>
        <p:spPr>
          <a:xfrm>
            <a:off x="6435797" y="4558848"/>
            <a:ext cx="1124274" cy="50467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확인</a:t>
            </a:r>
            <a:endParaRPr lang="en-US" altLang="ko-KR" sz="1400" dirty="0"/>
          </a:p>
        </p:txBody>
      </p:sp>
      <p:sp>
        <p:nvSpPr>
          <p:cNvPr id="48" name="순서도: 데이터 47">
            <a:extLst>
              <a:ext uri="{FF2B5EF4-FFF2-40B4-BE49-F238E27FC236}">
                <a16:creationId xmlns:a16="http://schemas.microsoft.com/office/drawing/2014/main" id="{71B5BA24-42B4-DFC5-431F-CB82A2A59078}"/>
              </a:ext>
            </a:extLst>
          </p:cNvPr>
          <p:cNvSpPr/>
          <p:nvPr/>
        </p:nvSpPr>
        <p:spPr>
          <a:xfrm>
            <a:off x="6435797" y="1170371"/>
            <a:ext cx="1124274" cy="504671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영화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</a:t>
            </a:r>
          </a:p>
        </p:txBody>
      </p:sp>
      <p:sp>
        <p:nvSpPr>
          <p:cNvPr id="51" name="순서도: 데이터 50">
            <a:extLst>
              <a:ext uri="{FF2B5EF4-FFF2-40B4-BE49-F238E27FC236}">
                <a16:creationId xmlns:a16="http://schemas.microsoft.com/office/drawing/2014/main" id="{58E59AEF-C0CC-BEE6-DF3D-0552C2379EB6}"/>
              </a:ext>
            </a:extLst>
          </p:cNvPr>
          <p:cNvSpPr/>
          <p:nvPr/>
        </p:nvSpPr>
        <p:spPr>
          <a:xfrm>
            <a:off x="6435797" y="2017491"/>
            <a:ext cx="1124274" cy="504671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상영관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</a:t>
            </a:r>
          </a:p>
        </p:txBody>
      </p:sp>
      <p:sp>
        <p:nvSpPr>
          <p:cNvPr id="54" name="순서도: 데이터 53">
            <a:extLst>
              <a:ext uri="{FF2B5EF4-FFF2-40B4-BE49-F238E27FC236}">
                <a16:creationId xmlns:a16="http://schemas.microsoft.com/office/drawing/2014/main" id="{141DDCD1-FDEB-EFD6-C4CB-13EAEAFE6F2D}"/>
              </a:ext>
            </a:extLst>
          </p:cNvPr>
          <p:cNvSpPr/>
          <p:nvPr/>
        </p:nvSpPr>
        <p:spPr>
          <a:xfrm>
            <a:off x="6435797" y="2864610"/>
            <a:ext cx="1124274" cy="504671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좌석수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</a:t>
            </a:r>
          </a:p>
        </p:txBody>
      </p:sp>
      <p:sp>
        <p:nvSpPr>
          <p:cNvPr id="56" name="순서도: 데이터 55">
            <a:extLst>
              <a:ext uri="{FF2B5EF4-FFF2-40B4-BE49-F238E27FC236}">
                <a16:creationId xmlns:a16="http://schemas.microsoft.com/office/drawing/2014/main" id="{599D7DA3-D7E9-CADB-DC87-D4F9C0367353}"/>
              </a:ext>
            </a:extLst>
          </p:cNvPr>
          <p:cNvSpPr/>
          <p:nvPr/>
        </p:nvSpPr>
        <p:spPr>
          <a:xfrm>
            <a:off x="6435797" y="3711729"/>
            <a:ext cx="1124274" cy="504671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좌석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</a:t>
            </a:r>
          </a:p>
        </p:txBody>
      </p: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92E79E51-394B-E35F-B123-F3E0F78C0B28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 flipV="1">
            <a:off x="5476986" y="1170371"/>
            <a:ext cx="1520948" cy="1962045"/>
          </a:xfrm>
          <a:prstGeom prst="bentConnector4">
            <a:avLst>
              <a:gd name="adj1" fmla="val 31520"/>
              <a:gd name="adj2" fmla="val 11165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307D2A52-E2BC-1DAA-95DB-3E42FF8BEB06}"/>
              </a:ext>
            </a:extLst>
          </p:cNvPr>
          <p:cNvCxnSpPr>
            <a:cxnSpLocks/>
            <a:stCxn id="5" idx="2"/>
            <a:endCxn id="8" idx="1"/>
          </p:cNvCxnSpPr>
          <p:nvPr/>
        </p:nvCxnSpPr>
        <p:spPr>
          <a:xfrm>
            <a:off x="4914849" y="1675042"/>
            <a:ext cx="0" cy="3684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EB93874-05A2-9BF1-1295-271A18E08C27}"/>
              </a:ext>
            </a:extLst>
          </p:cNvPr>
          <p:cNvCxnSpPr>
            <a:cxnSpLocks/>
            <a:stCxn id="8" idx="4"/>
            <a:endCxn id="7" idx="0"/>
          </p:cNvCxnSpPr>
          <p:nvPr/>
        </p:nvCxnSpPr>
        <p:spPr>
          <a:xfrm>
            <a:off x="4914849" y="2548208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AF0EE38D-B3B9-6D60-CA5E-10D00244F492}"/>
              </a:ext>
            </a:extLst>
          </p:cNvPr>
          <p:cNvCxnSpPr>
            <a:cxnSpLocks/>
          </p:cNvCxnSpPr>
          <p:nvPr/>
        </p:nvCxnSpPr>
        <p:spPr>
          <a:xfrm>
            <a:off x="6997934" y="1680331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AD5EEC74-4229-E26D-2E47-1DA2DBE4100E}"/>
              </a:ext>
            </a:extLst>
          </p:cNvPr>
          <p:cNvCxnSpPr>
            <a:cxnSpLocks/>
          </p:cNvCxnSpPr>
          <p:nvPr/>
        </p:nvCxnSpPr>
        <p:spPr>
          <a:xfrm>
            <a:off x="6997934" y="4221688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65D0671C-97FE-CA5E-55C1-2BA27610F5E7}"/>
              </a:ext>
            </a:extLst>
          </p:cNvPr>
          <p:cNvCxnSpPr>
            <a:cxnSpLocks/>
          </p:cNvCxnSpPr>
          <p:nvPr/>
        </p:nvCxnSpPr>
        <p:spPr>
          <a:xfrm>
            <a:off x="6997934" y="3374569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6571B6AF-0BCF-5D21-A8D7-DA8068F4D75E}"/>
              </a:ext>
            </a:extLst>
          </p:cNvPr>
          <p:cNvCxnSpPr>
            <a:cxnSpLocks/>
          </p:cNvCxnSpPr>
          <p:nvPr/>
        </p:nvCxnSpPr>
        <p:spPr>
          <a:xfrm>
            <a:off x="6997934" y="2527450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794FBFCA-77E0-811B-F2BA-4B62A8929746}"/>
              </a:ext>
            </a:extLst>
          </p:cNvPr>
          <p:cNvCxnSpPr>
            <a:cxnSpLocks/>
          </p:cNvCxnSpPr>
          <p:nvPr/>
        </p:nvCxnSpPr>
        <p:spPr>
          <a:xfrm>
            <a:off x="6997934" y="5068807"/>
            <a:ext cx="0" cy="331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67FBAA60-CAE9-4F7F-17EA-11D3704B498B}"/>
              </a:ext>
            </a:extLst>
          </p:cNvPr>
          <p:cNvCxnSpPr>
            <a:cxnSpLocks/>
            <a:stCxn id="18" idx="1"/>
            <a:endCxn id="7" idx="2"/>
          </p:cNvCxnSpPr>
          <p:nvPr/>
        </p:nvCxnSpPr>
        <p:spPr>
          <a:xfrm rot="10800000">
            <a:off x="4914849" y="3384752"/>
            <a:ext cx="1520948" cy="22728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EEED5EFB-EC96-FF9F-3045-B4C2F3C30795}"/>
              </a:ext>
            </a:extLst>
          </p:cNvPr>
          <p:cNvCxnSpPr>
            <a:cxnSpLocks/>
            <a:stCxn id="46" idx="1"/>
          </p:cNvCxnSpPr>
          <p:nvPr/>
        </p:nvCxnSpPr>
        <p:spPr>
          <a:xfrm rot="10800000" flipV="1">
            <a:off x="5936995" y="4811183"/>
            <a:ext cx="498803" cy="84641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3301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D8F9-6419-B913-8C6B-EB78393A8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수행의 시작/종료 3">
            <a:extLst>
              <a:ext uri="{FF2B5EF4-FFF2-40B4-BE49-F238E27FC236}">
                <a16:creationId xmlns:a16="http://schemas.microsoft.com/office/drawing/2014/main" id="{BD2D60F7-B29E-FC9F-39D4-B6C0F64D5E0B}"/>
              </a:ext>
            </a:extLst>
          </p:cNvPr>
          <p:cNvSpPr/>
          <p:nvPr/>
        </p:nvSpPr>
        <p:spPr>
          <a:xfrm>
            <a:off x="1190104" y="1591348"/>
            <a:ext cx="1319606" cy="401145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영화 예매</a:t>
            </a:r>
          </a:p>
        </p:txBody>
      </p:sp>
      <p:sp>
        <p:nvSpPr>
          <p:cNvPr id="10" name="순서도: 처리 9">
            <a:extLst>
              <a:ext uri="{FF2B5EF4-FFF2-40B4-BE49-F238E27FC236}">
                <a16:creationId xmlns:a16="http://schemas.microsoft.com/office/drawing/2014/main" id="{CDD035CF-9891-AF27-F087-A1A7A928C774}"/>
              </a:ext>
            </a:extLst>
          </p:cNvPr>
          <p:cNvSpPr/>
          <p:nvPr/>
        </p:nvSpPr>
        <p:spPr>
          <a:xfrm>
            <a:off x="1275869" y="2067014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영화 선택</a:t>
            </a:r>
          </a:p>
        </p:txBody>
      </p:sp>
      <p:sp>
        <p:nvSpPr>
          <p:cNvPr id="12" name="순서도: 처리 11">
            <a:extLst>
              <a:ext uri="{FF2B5EF4-FFF2-40B4-BE49-F238E27FC236}">
                <a16:creationId xmlns:a16="http://schemas.microsoft.com/office/drawing/2014/main" id="{ECACD959-F9D8-F9A4-E3BE-392D4DAA0656}"/>
              </a:ext>
            </a:extLst>
          </p:cNvPr>
          <p:cNvSpPr/>
          <p:nvPr/>
        </p:nvSpPr>
        <p:spPr>
          <a:xfrm>
            <a:off x="1320319" y="2754921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지역 선택</a:t>
            </a:r>
          </a:p>
        </p:txBody>
      </p:sp>
      <p:sp>
        <p:nvSpPr>
          <p:cNvPr id="13" name="순서도: 자기 디스크 12">
            <a:extLst>
              <a:ext uri="{FF2B5EF4-FFF2-40B4-BE49-F238E27FC236}">
                <a16:creationId xmlns:a16="http://schemas.microsoft.com/office/drawing/2014/main" id="{ACD215FC-91A8-61C6-2F52-FBF11B270535}"/>
              </a:ext>
            </a:extLst>
          </p:cNvPr>
          <p:cNvSpPr/>
          <p:nvPr/>
        </p:nvSpPr>
        <p:spPr>
          <a:xfrm>
            <a:off x="810816" y="5620269"/>
            <a:ext cx="2078182" cy="1057563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err="1"/>
              <a:t>Pd.DataFrame</a:t>
            </a:r>
            <a:endParaRPr lang="ko-KR" altLang="en-US" sz="1600" dirty="0"/>
          </a:p>
        </p:txBody>
      </p:sp>
      <p:sp>
        <p:nvSpPr>
          <p:cNvPr id="17" name="순서도: 수행의 시작/종료 16">
            <a:extLst>
              <a:ext uri="{FF2B5EF4-FFF2-40B4-BE49-F238E27FC236}">
                <a16:creationId xmlns:a16="http://schemas.microsoft.com/office/drawing/2014/main" id="{555787FA-93FA-AD41-7E8B-C69EBECD0DD5}"/>
              </a:ext>
            </a:extLst>
          </p:cNvPr>
          <p:cNvSpPr/>
          <p:nvPr/>
        </p:nvSpPr>
        <p:spPr>
          <a:xfrm>
            <a:off x="5648157" y="1751862"/>
            <a:ext cx="1319606" cy="401145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예매 조회</a:t>
            </a:r>
          </a:p>
        </p:txBody>
      </p:sp>
      <p:sp>
        <p:nvSpPr>
          <p:cNvPr id="19" name="순서도: 처리 18">
            <a:extLst>
              <a:ext uri="{FF2B5EF4-FFF2-40B4-BE49-F238E27FC236}">
                <a16:creationId xmlns:a16="http://schemas.microsoft.com/office/drawing/2014/main" id="{B5A8F7A2-3679-DD2A-A0F8-81CE1C245CB5}"/>
              </a:ext>
            </a:extLst>
          </p:cNvPr>
          <p:cNvSpPr/>
          <p:nvPr/>
        </p:nvSpPr>
        <p:spPr>
          <a:xfrm>
            <a:off x="5569139" y="2481216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사용자 선택</a:t>
            </a:r>
          </a:p>
        </p:txBody>
      </p:sp>
      <p:sp>
        <p:nvSpPr>
          <p:cNvPr id="21" name="순서도: 처리 20">
            <a:extLst>
              <a:ext uri="{FF2B5EF4-FFF2-40B4-BE49-F238E27FC236}">
                <a16:creationId xmlns:a16="http://schemas.microsoft.com/office/drawing/2014/main" id="{3A83AA76-E8B0-1080-F360-9DF5756DE42C}"/>
              </a:ext>
            </a:extLst>
          </p:cNvPr>
          <p:cNvSpPr/>
          <p:nvPr/>
        </p:nvSpPr>
        <p:spPr>
          <a:xfrm>
            <a:off x="5569139" y="3339779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목록조회</a:t>
            </a: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EC62E72D-23F3-ECA4-45EF-DDB80132F38D}"/>
              </a:ext>
            </a:extLst>
          </p:cNvPr>
          <p:cNvCxnSpPr>
            <a:cxnSpLocks/>
            <a:stCxn id="13" idx="4"/>
            <a:endCxn id="21" idx="1"/>
          </p:cNvCxnSpPr>
          <p:nvPr/>
        </p:nvCxnSpPr>
        <p:spPr>
          <a:xfrm flipV="1">
            <a:off x="2888998" y="3591406"/>
            <a:ext cx="2680141" cy="25576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순서도: 문서 27">
            <a:extLst>
              <a:ext uri="{FF2B5EF4-FFF2-40B4-BE49-F238E27FC236}">
                <a16:creationId xmlns:a16="http://schemas.microsoft.com/office/drawing/2014/main" id="{B0FAA347-B69A-5938-8924-D4C0EEBF46D0}"/>
              </a:ext>
            </a:extLst>
          </p:cNvPr>
          <p:cNvSpPr/>
          <p:nvPr/>
        </p:nvSpPr>
        <p:spPr>
          <a:xfrm>
            <a:off x="5524689" y="4073237"/>
            <a:ext cx="1536908" cy="1166967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예매 목록 표시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7DCAB58E-3B91-92AC-20E5-528E35E4D546}"/>
              </a:ext>
            </a:extLst>
          </p:cNvPr>
          <p:cNvCxnSpPr>
            <a:stCxn id="21" idx="2"/>
            <a:endCxn id="28" idx="0"/>
          </p:cNvCxnSpPr>
          <p:nvPr/>
        </p:nvCxnSpPr>
        <p:spPr>
          <a:xfrm flipH="1">
            <a:off x="6293143" y="3843033"/>
            <a:ext cx="14817" cy="230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순서도: 수행의 시작/종료 35">
            <a:extLst>
              <a:ext uri="{FF2B5EF4-FFF2-40B4-BE49-F238E27FC236}">
                <a16:creationId xmlns:a16="http://schemas.microsoft.com/office/drawing/2014/main" id="{13C73C80-9D82-2E5C-603A-C2DD3626977A}"/>
              </a:ext>
            </a:extLst>
          </p:cNvPr>
          <p:cNvSpPr/>
          <p:nvPr/>
        </p:nvSpPr>
        <p:spPr>
          <a:xfrm>
            <a:off x="9078750" y="1791920"/>
            <a:ext cx="1319606" cy="401145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매출 조회</a:t>
            </a:r>
          </a:p>
        </p:txBody>
      </p:sp>
      <p:sp>
        <p:nvSpPr>
          <p:cNvPr id="38" name="순서도: 처리 37">
            <a:extLst>
              <a:ext uri="{FF2B5EF4-FFF2-40B4-BE49-F238E27FC236}">
                <a16:creationId xmlns:a16="http://schemas.microsoft.com/office/drawing/2014/main" id="{AD231897-BCF1-F2AF-0580-C30C50FF2D9C}"/>
              </a:ext>
            </a:extLst>
          </p:cNvPr>
          <p:cNvSpPr/>
          <p:nvPr/>
        </p:nvSpPr>
        <p:spPr>
          <a:xfrm>
            <a:off x="9124759" y="2473100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영화관 선택</a:t>
            </a:r>
          </a:p>
        </p:txBody>
      </p:sp>
      <p:sp>
        <p:nvSpPr>
          <p:cNvPr id="40" name="순서도: 처리 39">
            <a:extLst>
              <a:ext uri="{FF2B5EF4-FFF2-40B4-BE49-F238E27FC236}">
                <a16:creationId xmlns:a16="http://schemas.microsoft.com/office/drawing/2014/main" id="{20D1CAE1-B106-CDF9-3C77-46746FD25493}"/>
              </a:ext>
            </a:extLst>
          </p:cNvPr>
          <p:cNvSpPr/>
          <p:nvPr/>
        </p:nvSpPr>
        <p:spPr>
          <a:xfrm>
            <a:off x="9092691" y="3339779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매출조회</a:t>
            </a:r>
          </a:p>
        </p:txBody>
      </p:sp>
      <p:sp>
        <p:nvSpPr>
          <p:cNvPr id="42" name="순서도: 문서 41">
            <a:extLst>
              <a:ext uri="{FF2B5EF4-FFF2-40B4-BE49-F238E27FC236}">
                <a16:creationId xmlns:a16="http://schemas.microsoft.com/office/drawing/2014/main" id="{4E632E29-8B46-0249-9445-9E042FC9387C}"/>
              </a:ext>
            </a:extLst>
          </p:cNvPr>
          <p:cNvSpPr/>
          <p:nvPr/>
        </p:nvSpPr>
        <p:spPr>
          <a:xfrm>
            <a:off x="9065493" y="4133273"/>
            <a:ext cx="1536908" cy="1166967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매출 정보 표시</a:t>
            </a:r>
          </a:p>
        </p:txBody>
      </p: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A6A73A60-9E68-8344-ADD7-F65B7E14968F}"/>
              </a:ext>
            </a:extLst>
          </p:cNvPr>
          <p:cNvCxnSpPr>
            <a:cxnSpLocks/>
            <a:stCxn id="13" idx="4"/>
            <a:endCxn id="40" idx="1"/>
          </p:cNvCxnSpPr>
          <p:nvPr/>
        </p:nvCxnSpPr>
        <p:spPr>
          <a:xfrm flipV="1">
            <a:off x="2888998" y="3591406"/>
            <a:ext cx="6203693" cy="25576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순서도: 처리 48">
            <a:extLst>
              <a:ext uri="{FF2B5EF4-FFF2-40B4-BE49-F238E27FC236}">
                <a16:creationId xmlns:a16="http://schemas.microsoft.com/office/drawing/2014/main" id="{52D5856F-386E-6927-8205-268F0E9C49A7}"/>
              </a:ext>
            </a:extLst>
          </p:cNvPr>
          <p:cNvSpPr/>
          <p:nvPr/>
        </p:nvSpPr>
        <p:spPr>
          <a:xfrm>
            <a:off x="1205853" y="4465129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좌석 선택</a:t>
            </a:r>
          </a:p>
        </p:txBody>
      </p:sp>
      <p:sp>
        <p:nvSpPr>
          <p:cNvPr id="52" name="순서도: 판단 51">
            <a:extLst>
              <a:ext uri="{FF2B5EF4-FFF2-40B4-BE49-F238E27FC236}">
                <a16:creationId xmlns:a16="http://schemas.microsoft.com/office/drawing/2014/main" id="{C43E3E06-1EE6-B5F7-FCC7-E21784D235AE}"/>
              </a:ext>
            </a:extLst>
          </p:cNvPr>
          <p:cNvSpPr/>
          <p:nvPr/>
        </p:nvSpPr>
        <p:spPr>
          <a:xfrm>
            <a:off x="1205853" y="708949"/>
            <a:ext cx="1477642" cy="73543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기능선택</a:t>
            </a:r>
          </a:p>
        </p:txBody>
      </p:sp>
      <p:sp>
        <p:nvSpPr>
          <p:cNvPr id="57" name="순서도: 수행의 시작/종료 56">
            <a:extLst>
              <a:ext uri="{FF2B5EF4-FFF2-40B4-BE49-F238E27FC236}">
                <a16:creationId xmlns:a16="http://schemas.microsoft.com/office/drawing/2014/main" id="{F9438F5C-0165-221D-2C74-56E4229445E0}"/>
              </a:ext>
            </a:extLst>
          </p:cNvPr>
          <p:cNvSpPr/>
          <p:nvPr/>
        </p:nvSpPr>
        <p:spPr>
          <a:xfrm>
            <a:off x="1284871" y="68874"/>
            <a:ext cx="1319606" cy="401145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프로그램 시작</a:t>
            </a:r>
          </a:p>
        </p:txBody>
      </p: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7F151321-3A4E-F1D8-2F7D-DB0E117A4530}"/>
              </a:ext>
            </a:extLst>
          </p:cNvPr>
          <p:cNvCxnSpPr>
            <a:cxnSpLocks/>
            <a:endCxn id="21" idx="3"/>
          </p:cNvCxnSpPr>
          <p:nvPr/>
        </p:nvCxnSpPr>
        <p:spPr>
          <a:xfrm flipH="1" flipV="1">
            <a:off x="7046781" y="3591406"/>
            <a:ext cx="14816" cy="2251165"/>
          </a:xfrm>
          <a:prstGeom prst="bentConnector3">
            <a:avLst>
              <a:gd name="adj1" fmla="val -15429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순서도: 처리 66">
            <a:extLst>
              <a:ext uri="{FF2B5EF4-FFF2-40B4-BE49-F238E27FC236}">
                <a16:creationId xmlns:a16="http://schemas.microsoft.com/office/drawing/2014/main" id="{DF1BFBB3-03D1-9C85-2FF3-8E9AEA917471}"/>
              </a:ext>
            </a:extLst>
          </p:cNvPr>
          <p:cNvSpPr/>
          <p:nvPr/>
        </p:nvSpPr>
        <p:spPr>
          <a:xfrm>
            <a:off x="5576547" y="6003636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예매취소</a:t>
            </a:r>
          </a:p>
        </p:txBody>
      </p:sp>
      <p:sp>
        <p:nvSpPr>
          <p:cNvPr id="70" name="순서도: 판단 69">
            <a:extLst>
              <a:ext uri="{FF2B5EF4-FFF2-40B4-BE49-F238E27FC236}">
                <a16:creationId xmlns:a16="http://schemas.microsoft.com/office/drawing/2014/main" id="{2B5AE194-92B3-D880-1C5A-A4EEB0E65435}"/>
              </a:ext>
            </a:extLst>
          </p:cNvPr>
          <p:cNvSpPr/>
          <p:nvPr/>
        </p:nvSpPr>
        <p:spPr>
          <a:xfrm>
            <a:off x="5524689" y="5187670"/>
            <a:ext cx="1477642" cy="73543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하위메뉴</a:t>
            </a:r>
          </a:p>
        </p:txBody>
      </p:sp>
      <p:sp>
        <p:nvSpPr>
          <p:cNvPr id="72" name="순서도: 판단 71">
            <a:extLst>
              <a:ext uri="{FF2B5EF4-FFF2-40B4-BE49-F238E27FC236}">
                <a16:creationId xmlns:a16="http://schemas.microsoft.com/office/drawing/2014/main" id="{ED7B0326-A14D-4A90-A14E-66F21E8A4B60}"/>
              </a:ext>
            </a:extLst>
          </p:cNvPr>
          <p:cNvSpPr/>
          <p:nvPr/>
        </p:nvSpPr>
        <p:spPr>
          <a:xfrm>
            <a:off x="1111086" y="4818642"/>
            <a:ext cx="1477642" cy="73543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하위메뉴</a:t>
            </a:r>
          </a:p>
        </p:txBody>
      </p:sp>
      <p:sp>
        <p:nvSpPr>
          <p:cNvPr id="74" name="순서도: 판단 73">
            <a:extLst>
              <a:ext uri="{FF2B5EF4-FFF2-40B4-BE49-F238E27FC236}">
                <a16:creationId xmlns:a16="http://schemas.microsoft.com/office/drawing/2014/main" id="{ABF43763-1782-51D1-0A63-3CA2D5B7B592}"/>
              </a:ext>
            </a:extLst>
          </p:cNvPr>
          <p:cNvSpPr/>
          <p:nvPr/>
        </p:nvSpPr>
        <p:spPr>
          <a:xfrm>
            <a:off x="9178305" y="5187670"/>
            <a:ext cx="1477642" cy="73543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하위메뉴</a:t>
            </a:r>
          </a:p>
        </p:txBody>
      </p:sp>
      <p:sp>
        <p:nvSpPr>
          <p:cNvPr id="80" name="순서도: 처리 79">
            <a:extLst>
              <a:ext uri="{FF2B5EF4-FFF2-40B4-BE49-F238E27FC236}">
                <a16:creationId xmlns:a16="http://schemas.microsoft.com/office/drawing/2014/main" id="{C22BD210-C407-07F9-34F9-6D10E5837EB0}"/>
              </a:ext>
            </a:extLst>
          </p:cNvPr>
          <p:cNvSpPr/>
          <p:nvPr/>
        </p:nvSpPr>
        <p:spPr>
          <a:xfrm>
            <a:off x="1180690" y="3222154"/>
            <a:ext cx="1477642" cy="5032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인원 선택</a:t>
            </a:r>
          </a:p>
        </p:txBody>
      </p:sp>
      <p:sp>
        <p:nvSpPr>
          <p:cNvPr id="82" name="순서도: 문서 81">
            <a:extLst>
              <a:ext uri="{FF2B5EF4-FFF2-40B4-BE49-F238E27FC236}">
                <a16:creationId xmlns:a16="http://schemas.microsoft.com/office/drawing/2014/main" id="{CE607AC4-7E86-78FB-2142-34A338FAF273}"/>
              </a:ext>
            </a:extLst>
          </p:cNvPr>
          <p:cNvSpPr/>
          <p:nvPr/>
        </p:nvSpPr>
        <p:spPr>
          <a:xfrm>
            <a:off x="2066998" y="3511902"/>
            <a:ext cx="1536908" cy="1166967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좌석 표시</a:t>
            </a:r>
          </a:p>
        </p:txBody>
      </p:sp>
      <p:sp>
        <p:nvSpPr>
          <p:cNvPr id="84" name="순서도: 자기 디스크 83">
            <a:extLst>
              <a:ext uri="{FF2B5EF4-FFF2-40B4-BE49-F238E27FC236}">
                <a16:creationId xmlns:a16="http://schemas.microsoft.com/office/drawing/2014/main" id="{66F76B0F-1F1C-04CE-0299-D25820478E92}"/>
              </a:ext>
            </a:extLst>
          </p:cNvPr>
          <p:cNvSpPr/>
          <p:nvPr/>
        </p:nvSpPr>
        <p:spPr>
          <a:xfrm>
            <a:off x="7217597" y="5698424"/>
            <a:ext cx="2078182" cy="1057563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err="1"/>
              <a:t>Pd.DataFrame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24987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58</Words>
  <Application>Microsoft Office PowerPoint</Application>
  <PresentationFormat>와이드스크린</PresentationFormat>
  <Paragraphs>38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2</cp:revision>
  <dcterms:created xsi:type="dcterms:W3CDTF">2026-10-01T07:52:06Z</dcterms:created>
  <dcterms:modified xsi:type="dcterms:W3CDTF">2026-10-02T06:02:23Z</dcterms:modified>
</cp:coreProperties>
</file>